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0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0A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8" autoAdjust="0"/>
    <p:restoredTop sz="94660"/>
  </p:normalViewPr>
  <p:slideViewPr>
    <p:cSldViewPr>
      <p:cViewPr varScale="1">
        <p:scale>
          <a:sx n="87" d="100"/>
          <a:sy n="87" d="100"/>
        </p:scale>
        <p:origin x="-114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760D-0AB4-4A1A-A23C-BF7CE48BC06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C1EB760D-0AB4-4A1A-A23C-BF7CE48BC064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E2B940CA-B78B-45A1-B070-2A7C5D2280F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4412" y="-167611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2400" dirty="0"/>
          </a:p>
          <a:p>
            <a:r>
              <a:rPr lang="en-IN" sz="2400" dirty="0"/>
              <a:t> </a:t>
            </a:r>
            <a:r>
              <a:rPr lang="en-IN" sz="2400" b="1" dirty="0"/>
              <a:t>Hope Artificial Intelligence </a:t>
            </a: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2468791" y="666258"/>
            <a:ext cx="59855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chemeClr val="accent5"/>
                </a:solidFill>
              </a:rPr>
              <a:t>LookerStudio</a:t>
            </a:r>
            <a:r>
              <a:rPr lang="en-US" sz="2400" b="1" dirty="0" smtClean="0">
                <a:solidFill>
                  <a:schemeClr val="accent5"/>
                </a:solidFill>
              </a:rPr>
              <a:t> Assignment</a:t>
            </a:r>
            <a:endParaRPr lang="en-IN" sz="2400" b="1" u="sng" dirty="0">
              <a:solidFill>
                <a:schemeClr val="accent5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84971" y="1183427"/>
            <a:ext cx="729943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6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1, Provide the placement distribution</a:t>
            </a:r>
            <a:r>
              <a:rPr kumimoji="0" lang="en-US" sz="16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Calibri" pitchFamily="34" charset="0"/>
              </a:rPr>
              <a:t> in %?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aseline="0" dirty="0" smtClean="0">
                <a:latin typeface="Calibri" pitchFamily="34" charset="0"/>
                <a:cs typeface="Calibri" pitchFamily="34" charset="0"/>
              </a:rPr>
              <a:t>2,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Provide the placement 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by gender in counts?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 smtClean="0">
                <a:latin typeface="Calibri" pitchFamily="34" charset="0"/>
                <a:cs typeface="Calibri" pitchFamily="34" charset="0"/>
              </a:rPr>
              <a:t>3, Provide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the placement by 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 specialization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in counts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?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 smtClean="0">
                <a:latin typeface="Calibri" pitchFamily="34" charset="0"/>
                <a:cs typeface="Calibri" pitchFamily="34" charset="0"/>
              </a:rPr>
              <a:t>4,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Provide the placement by  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Work Experience in counts?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 smtClean="0">
                <a:latin typeface="Calibri" pitchFamily="34" charset="0"/>
                <a:cs typeface="Calibri" pitchFamily="34" charset="0"/>
              </a:rPr>
              <a:t>5,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Provide 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the Academic stream distribution?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 smtClean="0">
                <a:latin typeface="Calibri" pitchFamily="34" charset="0"/>
                <a:cs typeface="Calibri" pitchFamily="34" charset="0"/>
              </a:rPr>
              <a:t>6, </a:t>
            </a:r>
            <a:r>
              <a:rPr lang="en-US" sz="1600" dirty="0">
                <a:latin typeface="Calibri" pitchFamily="34" charset="0"/>
                <a:cs typeface="Calibri" pitchFamily="34" charset="0"/>
              </a:rPr>
              <a:t>Provide the 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salary </a:t>
            </a:r>
            <a:r>
              <a:rPr lang="en-US" sz="1600" dirty="0" err="1" smtClean="0">
                <a:latin typeface="Calibri" pitchFamily="34" charset="0"/>
                <a:cs typeface="Calibri" pitchFamily="34" charset="0"/>
              </a:rPr>
              <a:t>vs</a:t>
            </a:r>
            <a:r>
              <a:rPr lang="en-US" sz="1600" dirty="0" smtClean="0">
                <a:latin typeface="Calibri" pitchFamily="34" charset="0"/>
                <a:cs typeface="Calibri" pitchFamily="34" charset="0"/>
              </a:rPr>
              <a:t> MBA %?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600" dirty="0" smtClean="0">
              <a:latin typeface="Calibri" pitchFamily="34" charset="0"/>
              <a:cs typeface="Calibri" pitchFamily="34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Calibri" pitchFamily="34" charset="0"/>
              <a:cs typeface="Calibri" pitchFamily="34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Calibri" pitchFamily="34" charset="0"/>
              <a:cs typeface="Calibri" pitchFamily="34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Calibri" pitchFamily="34" charset="0"/>
              <a:cs typeface="Calibri" pitchFamily="34" charset="0"/>
            </a:endParaRPr>
          </a:p>
          <a:p>
            <a:pPr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aseline="0" dirty="0" smtClean="0">
                <a:latin typeface="Calibri" pitchFamily="34" charset="0"/>
                <a:cs typeface="Calibri" pitchFamily="34" charset="0"/>
              </a:rPr>
              <a:t> </a:t>
            </a:r>
            <a:endParaRPr kumimoji="0" lang="en-US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55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4624"/>
            <a:ext cx="8612187" cy="6722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492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ssential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Essential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sential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1139</TotalTime>
  <Words>62</Words>
  <Application>Microsoft Office PowerPoint</Application>
  <PresentationFormat>On-screen Show (4:3)</PresentationFormat>
  <Paragraphs>14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Essential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35</cp:revision>
  <dcterms:created xsi:type="dcterms:W3CDTF">2026-01-12T09:38:17Z</dcterms:created>
  <dcterms:modified xsi:type="dcterms:W3CDTF">2026-03-13T10:33:53Z</dcterms:modified>
</cp:coreProperties>
</file>